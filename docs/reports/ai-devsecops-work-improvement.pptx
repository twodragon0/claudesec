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</p:bodyStyle>
    <p:otherStyle>
      <a:lvl1pPr marL="0" indent="0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1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2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3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4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5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6.pn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7.pn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8.pn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9.pn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0.pn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1.pn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2.pn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3.pn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4.pn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5.pn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6.pn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udeSec Theme">
  <a:themeElements>
    <a:clrScheme name="ClaudeSec">
      <a:dk1>
        <a:srgbClr val="161514"/>
      </a:dk1>
      <a:lt1>
        <a:srgbClr val="FFFDFC"/>
      </a:lt1>
      <a:dk2>
        <a:srgbClr val="19324D"/>
      </a:dk2>
      <a:lt2>
        <a:srgbClr val="F6F1E8"/>
      </a:lt2>
      <a:accent1>
        <a:srgbClr val="E26D2F"/>
      </a:accent1>
      <a:accent2>
        <a:srgbClr val="117864"/>
      </a:accent2>
      <a:accent3>
        <a:srgbClr val="19324D"/>
      </a:accent3>
      <a:accent4>
        <a:srgbClr val="C99724"/>
      </a:accent4>
      <a:accent5>
        <a:srgbClr val="B24B17"/>
      </a:accent5>
      <a:accent6>
        <a:srgbClr val="5B5650"/>
      </a:accent6>
      <a:hlink>
        <a:srgbClr val="0563C1"/>
      </a:hlink>
      <a:folHlink>
        <a:srgbClr val="954F72"/>
      </a:folHlink>
    </a:clrScheme>
    <a:fontScheme name="ClaudeSec Fonts">
      <a:majorFont>
        <a:latin typeface="Arial"/>
        <a:ea typeface="Apple SD Gothic Neo"/>
        <a:cs typeface="Arial"/>
      </a:majorFont>
      <a:minorFont>
        <a:latin typeface="Arial"/>
        <a:ea typeface="Apple SD Gothic Neo"/>
        <a:cs typeface="Arial"/>
      </a:minorFont>
    </a:fontScheme>
    <a:fmtScheme name="ClaudeSec Format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ClaudeSec PPT Generator</Application>
  <PresentationFormat>On-screen Show (16:9)</PresentationFormat>
  <Slides>27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27</vt:i4>
      </vt:variant>
    </vt:vector>
  </HeadingPairs>
  <TitlesOfParts>
    <vt:vector size="27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LEVVELS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AI를 통한 업무 개선</dc:title>
  <dc:subject>LEVVELS x ClaudeSec DevSecOps presentation</dc:subject>
  <dc:creator>Codex</dc:creator>
  <cp:keywords>AI, DevSecOps, ClaudeSec, LEVVELS</cp:keywords>
  <dc:description>LEVVELS와 ClaudeSec을 포함한 AI 업무개선 발표자료</dc:description>
  <cp:lastModifiedBy>Codex</cp:lastModifiedBy>
  <dcterms:created xsi:type="dcterms:W3CDTF">2026-04-08T09:52:24Z</dcterms:created>
  <dcterms:modified xsi:type="dcterms:W3CDTF">2026-04-08T09:52:24Z</dcterms:modified>
</cp:coreProperties>
</file>